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f8ac23f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9f8ac23f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09f8ac23f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09f8ac23f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